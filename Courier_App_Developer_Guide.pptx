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2110" y="1506587"/>
            <a:ext cx="2078385" cy="279202"/>
          </a:xfrm>
          <a:prstGeom prst="roundRect">
            <a:avLst>
              <a:gd name="adj" fmla="val 18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49811" y="1569988"/>
            <a:ext cx="17574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DEVELOPER GUIDE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72110" y="2014389"/>
            <a:ext cx="2974461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 App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072110" y="2649289"/>
            <a:ext cx="37781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Technical Reference &amp; Extension Manual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72110" y="3242965"/>
            <a:ext cx="1015901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72110" y="3585865"/>
            <a:ext cx="1729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72110" y="3738265"/>
            <a:ext cx="1729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Frappe 15.x · Python 3.10+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74159" y="3585865"/>
            <a:ext cx="609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4159" y="3738265"/>
            <a:ext cx="60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courier.cx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7855" y="3585865"/>
            <a:ext cx="669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77855" y="3738265"/>
            <a:ext cx="669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~/bench15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1000" y="634901"/>
            <a:ext cx="2305050" cy="653951"/>
          </a:xfrm>
          <a:prstGeom prst="roundRect">
            <a:avLst>
              <a:gd name="adj" fmla="val 15536"/>
            </a:avLst>
          </a:prstGeom>
          <a:solidFill>
            <a:srgbClr val="162233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06245" y="895201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DocTypes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31000" y="1441252"/>
            <a:ext cx="2305050" cy="653951"/>
          </a:xfrm>
          <a:prstGeom prst="roundRect">
            <a:avLst>
              <a:gd name="adj" fmla="val 15536"/>
            </a:avLst>
          </a:prstGeom>
          <a:solidFill>
            <a:srgbClr val="162233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88225" y="1696789"/>
            <a:ext cx="10102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API Modules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1000" y="2247602"/>
            <a:ext cx="2305050" cy="653951"/>
          </a:xfrm>
          <a:prstGeom prst="roundRect">
            <a:avLst>
              <a:gd name="adj" fmla="val 15536"/>
            </a:avLst>
          </a:prstGeom>
          <a:solidFill>
            <a:srgbClr val="162233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6066" y="2507903"/>
            <a:ext cx="22388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Custom Pages + 4 Portal Routes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20626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203150"/>
            <a:ext cx="84980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6301" y="892076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5351" y="892076"/>
            <a:ext cx="0" cy="6286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801" y="1120676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1601" y="1139726"/>
            <a:ext cx="1335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Local Development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6301" y="1571476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351" y="1571476"/>
            <a:ext cx="0" cy="6286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801" y="1800076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1601" y="1819126"/>
            <a:ext cx="939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Repository Layout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6301" y="2250877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25351" y="2250877"/>
            <a:ext cx="0" cy="6286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801" y="24794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1601" y="2498527"/>
            <a:ext cx="10887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DocTypes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6301" y="2930277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5351" y="2930277"/>
            <a:ext cx="0" cy="6286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31588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1601" y="3177927"/>
            <a:ext cx="1283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Engine &amp; Hierarchy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301" y="3609677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25351" y="3609677"/>
            <a:ext cx="0" cy="6286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801" y="38382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1601" y="3857327"/>
            <a:ext cx="1406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API Reference (4 Modules)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6301" y="4289078"/>
            <a:ext cx="4064050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25351" y="4289078"/>
            <a:ext cx="0" cy="6286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801" y="4517678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1601" y="4536728"/>
            <a:ext cx="1075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Roles &amp; Permissions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73501" y="892076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92551" y="892076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001" y="1120676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8801" y="1139726"/>
            <a:ext cx="1283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Common Code Changes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73501" y="1571476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92551" y="1571476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001" y="1800076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8801" y="1819126"/>
            <a:ext cx="1367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Database Access Patterns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73501" y="2250877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92551" y="2250877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001" y="24794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8801" y="2498527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73501" y="2930277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92551" y="2930277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001" y="31588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8801" y="3177927"/>
            <a:ext cx="1315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Fixtures &amp; Data Migration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73501" y="3609677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92551" y="3609677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001" y="3838277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8801" y="3857327"/>
            <a:ext cx="1186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Frontend Development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73501" y="4289078"/>
            <a:ext cx="4064198" cy="628650"/>
          </a:xfrm>
          <a:prstGeom prst="roundRect">
            <a:avLst>
              <a:gd name="adj" fmla="val 1010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92551" y="4289078"/>
            <a:ext cx="0" cy="6286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001" y="4517678"/>
            <a:ext cx="310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8801" y="4536728"/>
            <a:ext cx="1743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Deployment · Pitfalls · Extensions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30083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Local Development Setup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6301" y="1028254"/>
            <a:ext cx="41195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START / STOP SERVER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301" y="1339304"/>
            <a:ext cx="4038749" cy="1053108"/>
          </a:xfrm>
          <a:prstGeom prst="roundRect">
            <a:avLst>
              <a:gd name="adj" fmla="val 603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5351" y="1339304"/>
            <a:ext cx="0" cy="1053108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801" y="1440805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all processes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6801" y="1653332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~/bench15 &amp;&amp; bench start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6801" y="1865858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 only (port 8000)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6801" y="2078385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serve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6301" y="2519363"/>
            <a:ext cx="41195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RELOAD AFTER CHANGES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301" y="2830413"/>
            <a:ext cx="4038749" cy="1690688"/>
          </a:xfrm>
          <a:prstGeom prst="roundRect">
            <a:avLst>
              <a:gd name="adj" fmla="val 375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5351" y="2830413"/>
            <a:ext cx="0" cy="1690688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01" y="2931914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changes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6801" y="3144441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migrate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6801" y="3356967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JS/CSS changes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6801" y="3569494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build --app courier_app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6801" y="3782020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clear-cache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6801" y="3994547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hooks.py changes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6801" y="4207073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migrate &amp;&amp; bench restart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98950" y="1028254"/>
            <a:ext cx="41195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CONSOLE &amp; DATABASE SHELL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1339304"/>
            <a:ext cx="4038749" cy="1053108"/>
          </a:xfrm>
          <a:prstGeom prst="roundRect">
            <a:avLst>
              <a:gd name="adj" fmla="val 603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18000" y="1339304"/>
            <a:ext cx="0" cy="1053108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9450" y="1440805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REPL with frappe context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89450" y="1653332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console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89450" y="1865858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Raw SQL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89450" y="2078385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mariadb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98950" y="2519363"/>
            <a:ext cx="41195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TESTS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98950" y="2830413"/>
            <a:ext cx="4038749" cy="1265634"/>
          </a:xfrm>
          <a:prstGeom prst="roundRect">
            <a:avLst>
              <a:gd name="adj" fmla="val 501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18000" y="2830413"/>
            <a:ext cx="0" cy="126563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9450" y="2931914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run-tests \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89450" y="3144441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--app courier_app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89450" y="3356967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module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89450" y="3569494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run-tests \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89450" y="3782020"/>
            <a:ext cx="376976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--module courier_app...test_courier_shipment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98950" y="4222998"/>
            <a:ext cx="4038749" cy="603052"/>
          </a:xfrm>
          <a:prstGeom prst="roundRect">
            <a:avLst>
              <a:gd name="adj" fmla="val 105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18000" y="4222998"/>
            <a:ext cx="0" cy="6030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9450" y="4324499"/>
            <a:ext cx="37697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Rule of thumb: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Python-only changes need </a:t>
            </a:r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restart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DocType JSON changes need </a:t>
            </a:r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migrate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JS/CSS changes need </a:t>
            </a:r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+ clear-cache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21603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Repository Layout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6301" y="1002804"/>
            <a:ext cx="4051399" cy="3962995"/>
          </a:xfrm>
          <a:prstGeom prst="roundRect">
            <a:avLst>
              <a:gd name="adj" fmla="val 160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1129754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apps/courier_app/courier_app/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4002" y="1310134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hooks.py 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app config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002" y="1490514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boot.py </a:t>
            </a:r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desk boot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4002" y="1670893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shipping_rates.py     ← rate engine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4002" y="1851273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4002" y="2031653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4002" y="2212032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shipment_api.py   (953 lines)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4002" y="2392412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rate_api.py       (701 lines)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4002" y="2572792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approval_api.py   (407 lines)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4002" y="2753171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location_api.py   (471 lines)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002" y="2933551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4002" y="3113931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courier_app/doctype/  (11 doctypes)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4002" y="3294311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courier_app/page/     (2 pages)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4002" y="3474690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public/js/            (desk JS)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4002" y="3655070"/>
            <a:ext cx="376991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www/                  (4 portal routes)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6300" y="1002804"/>
            <a:ext cx="4051399" cy="425351"/>
          </a:xfrm>
          <a:prstGeom prst="roundRect">
            <a:avLst>
              <a:gd name="adj" fmla="val 1492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3250" y="111695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16252" y="1091654"/>
            <a:ext cx="23250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hooks.py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16252" y="1225004"/>
            <a:ext cx="2325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Fixtures, desk JS, scheduled tasks, boot extension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6300" y="1504355"/>
            <a:ext cx="4051399" cy="425351"/>
          </a:xfrm>
          <a:prstGeom prst="roundRect">
            <a:avLst>
              <a:gd name="adj" fmla="val 1492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3250" y="161850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16252" y="1593205"/>
            <a:ext cx="1525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shipping_rates.py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6252" y="1726555"/>
            <a:ext cx="1525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Core rate engine — read this first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6300" y="2005905"/>
            <a:ext cx="4051399" cy="425351"/>
          </a:xfrm>
          <a:prstGeom prst="roundRect">
            <a:avLst>
              <a:gd name="adj" fmla="val 1492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3250" y="212005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16252" y="2094756"/>
            <a:ext cx="2727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api/ modules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16252" y="2228106"/>
            <a:ext cx="2727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whitelisted endpoints (shipment, rate, approval, location)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6300" y="2507456"/>
            <a:ext cx="4051399" cy="425351"/>
          </a:xfrm>
          <a:prstGeom prst="roundRect">
            <a:avLst>
              <a:gd name="adj" fmla="val 1492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3250" y="262160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CD3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16252" y="2596307"/>
            <a:ext cx="19101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www/ portal routes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16252" y="2729657"/>
            <a:ext cx="19101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/shipment · /rates · /track · /my-shipments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86300" y="3009007"/>
            <a:ext cx="4051399" cy="425351"/>
          </a:xfrm>
          <a:prstGeom prst="roundRect">
            <a:avLst>
              <a:gd name="adj" fmla="val 1492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3250" y="312315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16252" y="3097857"/>
            <a:ext cx="2531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doctype/ directory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16252" y="3231207"/>
            <a:ext cx="2531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DocType: JSON schema + Python controller + JS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24387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DocTypes — 11 Total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74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31255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231255"/>
            <a:ext cx="0" cy="45065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312" y="1332756"/>
            <a:ext cx="2182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 Shipment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0312" y="1466106"/>
            <a:ext cx="21829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transaction; naming SHIP-YYYY-#####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800" y="1846957"/>
            <a:ext cx="4274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 TABLES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4800" y="2075408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2075408"/>
            <a:ext cx="0" cy="450652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312" y="2176909"/>
            <a:ext cx="2158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Shipment Package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0312" y="2310259"/>
            <a:ext cx="2158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Per-package weight, dims, declared value, rate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800" y="2614910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50" y="2614910"/>
            <a:ext cx="0" cy="450652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312" y="2716411"/>
            <a:ext cx="2127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Slab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0312" y="2849761"/>
            <a:ext cx="2127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Weight tier → rate; is_per_kg_above_max flag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4800" y="3154412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3850" y="3154412"/>
            <a:ext cx="0" cy="450652"/>
          </a:xfrm>
          <a:prstGeom prst="line">
            <a:avLst/>
          </a:prstGeom>
          <a:noFill/>
          <a:ln w="381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312" y="3255913"/>
            <a:ext cx="1835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63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Shipment Rate Item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0312" y="3389263"/>
            <a:ext cx="1835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Legacy — unused, kept for compatibility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8200" y="1002804"/>
            <a:ext cx="4274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MASTERS — RATE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8200" y="1231255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1231255"/>
            <a:ext cx="0" cy="4506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432" y="1332756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Service Provider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432" y="1466106"/>
            <a:ext cx="21633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Carrier registry (FedEx, DHL…); provider_code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48200" y="1770757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7250" y="1770757"/>
            <a:ext cx="0" cy="4506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432" y="1872258"/>
            <a:ext cx="2103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Zone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20432" y="2005608"/>
            <a:ext cx="2103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zone_code + zone_label; contains Rate Slabs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48200" y="2310259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67250" y="2310259"/>
            <a:ext cx="0" cy="4506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432" y="2411760"/>
            <a:ext cx="2014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Country Zone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432" y="2545110"/>
            <a:ext cx="2014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country → zone_code mapping per provider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48200" y="2925961"/>
            <a:ext cx="4274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MASTERS — GEO &amp; LOGS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48200" y="3154412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67250" y="3154412"/>
            <a:ext cx="0" cy="4506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432" y="3255913"/>
            <a:ext cx="2253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State or Province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432" y="3389263"/>
            <a:ext cx="2253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Geographic subdivision; autoname=country-state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48200" y="3693914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67250" y="3693914"/>
            <a:ext cx="0" cy="4506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432" y="3795415"/>
            <a:ext cx="1988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20432" y="3928765"/>
            <a:ext cx="1988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city_name linked to country + optional state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48200" y="4233416"/>
            <a:ext cx="4191000" cy="450652"/>
          </a:xfrm>
          <a:prstGeom prst="roundRect">
            <a:avLst>
              <a:gd name="adj" fmla="val 1409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67250" y="4233416"/>
            <a:ext cx="0" cy="45065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6993" y="4334917"/>
            <a:ext cx="1450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Import Log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26993" y="4468267"/>
            <a:ext cx="145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Audit trail for bulk Excel imports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03a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36782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 Shipment — Key Fields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52054"/>
            <a:ext cx="424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IDENTITY &amp; ROUTING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155055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218456"/>
            <a:ext cx="7579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naming_series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31802" y="1155055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33302" y="1218456"/>
            <a:ext cx="8120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SHIP-YYYY-#####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4800" y="1450032"/>
            <a:ext cx="1727002" cy="336352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6301" y="1565821"/>
            <a:ext cx="3499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31802" y="1450032"/>
            <a:ext cx="2438549" cy="336352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33302" y="1513433"/>
            <a:ext cx="22802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Draft → Pending → Booked → Delivered → Cancelled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1849785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6301" y="1913186"/>
            <a:ext cx="4082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31802" y="1849785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33302" y="1913186"/>
            <a:ext cx="22409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Express Plus / Express / Ground / Ground Economy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4800" y="2144762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301" y="2208163"/>
            <a:ext cx="9328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service_provider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31802" y="2144762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33302" y="2208163"/>
            <a:ext cx="1042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 → Service Provider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4800" y="2439739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6301" y="2503140"/>
            <a:ext cx="874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tracking_number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31802" y="2439739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33302" y="2503140"/>
            <a:ext cx="1584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Auto: CA + 12 digits — set on submit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4800" y="2798118"/>
            <a:ext cx="424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4800" y="3001119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6301" y="3064520"/>
            <a:ext cx="874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calculated_rate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31802" y="3001119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33302" y="3064520"/>
            <a:ext cx="15066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 PKR — auto from rate engine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4800" y="3296096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6301" y="3359497"/>
            <a:ext cx="699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total_weight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031802" y="3296096"/>
            <a:ext cx="2438549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33302" y="3359497"/>
            <a:ext cx="10207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 of packages in KG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73501" y="952054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APPROVAL LIFECYCLE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73501" y="1155055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5002" y="1218456"/>
            <a:ext cx="874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approval_status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502" y="1155055"/>
            <a:ext cx="2438698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02003" y="1218456"/>
            <a:ext cx="13827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Pending → Approved / Rejected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73501" y="1450032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75002" y="1513433"/>
            <a:ext cx="4664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00502" y="1450032"/>
            <a:ext cx="2438698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02003" y="1513433"/>
            <a:ext cx="14849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 → Customer (set on approve)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73501" y="1745010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5002" y="1808411"/>
            <a:ext cx="641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00502" y="1745010"/>
            <a:ext cx="2438698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2003" y="1808411"/>
            <a:ext cx="15822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 → Sales Order (set on approve)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73501" y="2039987"/>
            <a:ext cx="1727002" cy="231577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75002" y="2103388"/>
            <a:ext cx="1107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submitted_by_portal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00502" y="2039987"/>
            <a:ext cx="2438698" cy="231577"/>
          </a:xfrm>
          <a:prstGeom prst="rect">
            <a:avLst/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02003" y="2103388"/>
            <a:ext cx="14984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Check — 1 = came from /shipment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673501" y="2398365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CONTROLLER HOOKS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73501" y="2601367"/>
            <a:ext cx="4165699" cy="644277"/>
          </a:xfrm>
          <a:prstGeom prst="roundRect">
            <a:avLst>
              <a:gd name="adj" fmla="val 985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692551" y="2601367"/>
            <a:ext cx="0" cy="64427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001" y="2702868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before_save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64001" y="2858393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_compute_totals()  ← lb→kg + rate lookup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64001" y="3001268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_set_package_numbers()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673501" y="3372445"/>
            <a:ext cx="4165699" cy="787152"/>
          </a:xfrm>
          <a:prstGeom prst="roundRect">
            <a:avLst>
              <a:gd name="adj" fmla="val 806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692551" y="3372445"/>
            <a:ext cx="0" cy="78715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001" y="3473946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before_submit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64001" y="3629471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_validate_required()  ← packages &gt; 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64001" y="3772346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_generate_tracking_number()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864001" y="3915221"/>
            <a:ext cx="3899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_set_estimated_delivery()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356877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Hierarchy &amp; Lookup Flow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6301" y="1028254"/>
            <a:ext cx="4378077" cy="511076"/>
          </a:xfrm>
          <a:prstGeom prst="roundRect">
            <a:avLst>
              <a:gd name="adj" fmla="val 1491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1028254"/>
            <a:ext cx="0" cy="511076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1155204"/>
            <a:ext cx="4054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Service Provider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1627" y="1298079"/>
            <a:ext cx="4054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name="FedEx", provider_code="FDX"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1101" y="1590080"/>
            <a:ext cx="25301" cy="101501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202" y="1742331"/>
            <a:ext cx="4124176" cy="511076"/>
          </a:xfrm>
          <a:prstGeom prst="roundRect">
            <a:avLst>
              <a:gd name="adj" fmla="val 1491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4014" y="1742331"/>
            <a:ext cx="0" cy="511076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527" y="1869281"/>
            <a:ext cx="3795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Zone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5527" y="2012156"/>
            <a:ext cx="37955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zone_code="5", zone_label="Europe WW"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5002" y="2304157"/>
            <a:ext cx="25301" cy="101501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251" y="2456408"/>
            <a:ext cx="3870127" cy="853976"/>
          </a:xfrm>
          <a:prstGeom prst="roundRect">
            <a:avLst>
              <a:gd name="adj" fmla="val 892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38064" y="2456408"/>
            <a:ext cx="0" cy="85397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9577" y="2583359"/>
            <a:ext cx="3536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Slab[ 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9577" y="2726234"/>
            <a:ext cx="3536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max_weight_kg=0.5 → rate=1200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9577" y="2840534"/>
            <a:ext cx="3536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max_weight_kg=1.0 → rate=1800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9577" y="2954834"/>
            <a:ext cx="3536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max_weight_kg=70  → rate=4500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9577" y="3069134"/>
            <a:ext cx="3536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max_weight_kg=999 → rate=65  is_per_kg=1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1101" y="3361134"/>
            <a:ext cx="25301" cy="101501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0202" y="3513386"/>
            <a:ext cx="4124176" cy="511076"/>
          </a:xfrm>
          <a:prstGeom prst="roundRect">
            <a:avLst>
              <a:gd name="adj" fmla="val 1491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84014" y="3513386"/>
            <a:ext cx="0" cy="511076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527" y="3640336"/>
            <a:ext cx="3795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Country Zone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5527" y="3783211"/>
            <a:ext cx="37955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country_name="Germany", zone_code="5"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89178" y="1028254"/>
            <a:ext cx="3648521" cy="1974503"/>
          </a:xfrm>
          <a:prstGeom prst="roundRect">
            <a:avLst>
              <a:gd name="adj" fmla="val 385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089178" y="1047304"/>
            <a:ext cx="3648521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879" y="1218754"/>
            <a:ext cx="3358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LOOKUP FLOW (shipping_rates.py)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66879" y="14536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40102" y="149810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1530" y="1453604"/>
            <a:ext cx="2212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 input: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country, weight, service_provider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66879" y="17329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40102" y="177745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1530" y="1732955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Country Zone lookup → </a:t>
            </a:r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zone_code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66879" y="201230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40102" y="205680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71530" y="2012305"/>
            <a:ext cx="1688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Zone lookup → </a:t>
            </a:r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rate_slabs[ ]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66879" y="22916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40102" y="233615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71530" y="2291655"/>
            <a:ext cx="2672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Slab match: first slab where </a:t>
            </a:r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weight ≤ max_weight_kg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66879" y="257100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340102" y="261550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71530" y="2571006"/>
            <a:ext cx="27745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Above 70 KG: </a:t>
            </a:r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base_rate + (weight − 70) × per_kg_rate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32546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API Reference — 4 Modules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2000250" cy="3962995"/>
          </a:xfrm>
          <a:prstGeom prst="roundRect">
            <a:avLst>
              <a:gd name="adj" fmla="val 444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002804"/>
            <a:ext cx="2000250" cy="50155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01" y="1129754"/>
            <a:ext cx="1107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Shipment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2501" y="1272629"/>
            <a:ext cx="1107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api/shipment_api.py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54250" y="1148804"/>
            <a:ext cx="273100" cy="209550"/>
          </a:xfrm>
          <a:prstGeom prst="roundRect">
            <a:avLst>
              <a:gd name="adj" fmla="val 60606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43100" y="1186904"/>
            <a:ext cx="97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\1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2202" y="1639193"/>
            <a:ext cx="1304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submit_shipment(data)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52202" y="1824782"/>
            <a:ext cx="1366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get_live_rate(country, weight…)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52202" y="2124670"/>
            <a:ext cx="15532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get_rates_all_providers()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2202" y="2318147"/>
            <a:ext cx="1926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track_shipment(tracking_number)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52202" y="2503736"/>
            <a:ext cx="1366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get_shipments(filters, page…)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52202" y="2803624"/>
            <a:ext cx="1304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get_dashboard_stats()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52202" y="2989213"/>
            <a:ext cx="119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update_status / delete / update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82751" y="1002804"/>
            <a:ext cx="2000399" cy="3962995"/>
          </a:xfrm>
          <a:prstGeom prst="roundRect">
            <a:avLst>
              <a:gd name="adj" fmla="val 444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82751" y="1002804"/>
            <a:ext cx="2000399" cy="50155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60452" y="1129754"/>
            <a:ext cx="874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0452" y="1272629"/>
            <a:ext cx="874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api/rate_api.py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32349" y="1148804"/>
            <a:ext cx="273100" cy="209550"/>
          </a:xfrm>
          <a:prstGeom prst="roundRect">
            <a:avLst>
              <a:gd name="adj" fmla="val 60606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21200" y="1186904"/>
            <a:ext cx="97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\1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30153" y="1639193"/>
            <a:ext cx="15532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preview_import(file_url…)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30153" y="1824782"/>
            <a:ext cx="11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execute_import(…, mode, dry_run)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30153" y="2124670"/>
            <a:ext cx="1615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preview_rate_adjustment(…)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30153" y="2318147"/>
            <a:ext cx="14911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apply_rate_adjustment(…)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30153" y="2511623"/>
            <a:ext cx="17396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clear_provider_data(confirm)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30153" y="2705100"/>
            <a:ext cx="1304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get_import_history(…)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0850" y="1002804"/>
            <a:ext cx="2000250" cy="3962995"/>
          </a:xfrm>
          <a:prstGeom prst="roundRect">
            <a:avLst>
              <a:gd name="adj" fmla="val 444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0850" y="1002804"/>
            <a:ext cx="2000250" cy="50155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38551" y="1129754"/>
            <a:ext cx="1107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Approval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38551" y="1272629"/>
            <a:ext cx="1107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api/approval_api.py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0300" y="1148804"/>
            <a:ext cx="273100" cy="209550"/>
          </a:xfrm>
          <a:prstGeom prst="roundRect">
            <a:avLst>
              <a:gd name="adj" fmla="val 60606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99150" y="1186904"/>
            <a:ext cx="97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\1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8253" y="1631305"/>
            <a:ext cx="12426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approve_shipment(id, provider…)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8253" y="1923306"/>
            <a:ext cx="119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reject_shipment(id, reason)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08253" y="2223195"/>
            <a:ext cx="1429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get_shipment_detail(id)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08253" y="2416671"/>
            <a:ext cx="1615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update_customer_address(…)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08253" y="2610148"/>
            <a:ext cx="14911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get_my_shipments(email…)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38801" y="1002804"/>
            <a:ext cx="2000399" cy="3962995"/>
          </a:xfrm>
          <a:prstGeom prst="roundRect">
            <a:avLst>
              <a:gd name="adj" fmla="val 444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8801" y="1002804"/>
            <a:ext cx="2000399" cy="501551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16502" y="1129754"/>
            <a:ext cx="1107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Location API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16502" y="1272629"/>
            <a:ext cx="1107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api/location_api.py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388400" y="1148804"/>
            <a:ext cx="273100" cy="209550"/>
          </a:xfrm>
          <a:prstGeom prst="roundRect">
            <a:avLst>
              <a:gd name="adj" fmla="val 60606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77250" y="1186904"/>
            <a:ext cx="973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\1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86204" y="1639193"/>
            <a:ext cx="1242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seed_location_data()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86204" y="1824782"/>
            <a:ext cx="11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import_states / import_cities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86204" y="2124670"/>
            <a:ext cx="1304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get_states_template()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86204" y="2310259"/>
            <a:ext cx="11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list_states / list_cities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86204" y="2602260"/>
            <a:ext cx="11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add_state / add_city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86204" y="2894261"/>
            <a:ext cx="119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delete_state / delete_city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05a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44299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Approval Flow — approve_shipment()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2952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229" y="14015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7301" y="1234976"/>
            <a:ext cx="419784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06351" y="1234976"/>
            <a:ext cx="0" cy="4762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7801" y="1349276"/>
            <a:ext cx="3932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Normalize phone number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7801" y="1482626"/>
            <a:ext cx="3932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_normalize_phone() → strips spaces, dashes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57674" y="1746200"/>
            <a:ext cx="9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800" y="20508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7229" y="2157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7301" y="1990576"/>
            <a:ext cx="419784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06351" y="1990576"/>
            <a:ext cx="0" cy="4762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801" y="2104876"/>
            <a:ext cx="3932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or Create Customer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7801" y="2238226"/>
            <a:ext cx="3932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_get_or_create_customer() → phone-based dedup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57674" y="2501801"/>
            <a:ext cx="9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4800" y="28064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7229" y="29127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7301" y="2746177"/>
            <a:ext cx="419784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06351" y="2746177"/>
            <a:ext cx="0" cy="4762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801" y="2860477"/>
            <a:ext cx="3932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Upsert Shipping Address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7801" y="2993827"/>
            <a:ext cx="3932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_upsert_address() → linked to Customer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57674" y="3257401"/>
            <a:ext cx="9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4800" y="35620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7229" y="36683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7301" y="3501777"/>
            <a:ext cx="419784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06351" y="3501777"/>
            <a:ext cx="0" cy="4762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801" y="3616077"/>
            <a:ext cx="3932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 &amp; Submit Sales Order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7801" y="3749427"/>
            <a:ext cx="3932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item=Courier Service, qty=weight_kg, rate=avg_rate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57674" y="4013002"/>
            <a:ext cx="90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4800" y="43176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7229" y="44239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7301" y="4257377"/>
            <a:ext cx="419784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06351" y="4257377"/>
            <a:ext cx="0" cy="4762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7801" y="4371677"/>
            <a:ext cx="3932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Update Shipment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77801" y="4505027"/>
            <a:ext cx="3932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approval_status=Approved · status=Booked · links set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9048" y="1002804"/>
            <a:ext cx="3600152" cy="2005310"/>
          </a:xfrm>
          <a:prstGeom prst="roundRect">
            <a:avLst>
              <a:gd name="adj" fmla="val 316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239048" y="1021854"/>
            <a:ext cx="360015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1448" y="1167854"/>
            <a:ext cx="33612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SALES ORDER MAPPING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1448" y="1459855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35948" y="1459855"/>
            <a:ext cx="1298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"Courier Service" (or param)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91448" y="1840557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35948" y="1840557"/>
            <a:ext cx="719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total_weight_kg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91448" y="222126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35948" y="2221260"/>
            <a:ext cx="13691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calculated_rate ÷ total_weight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91448" y="2601962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customer_group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35948" y="2601962"/>
            <a:ext cx="14447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_get_default_customer_group()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39048" y="3109615"/>
            <a:ext cx="3600152" cy="1624608"/>
          </a:xfrm>
          <a:prstGeom prst="roundRect">
            <a:avLst>
              <a:gd name="adj" fmla="val 390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239048" y="3128665"/>
            <a:ext cx="3600152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1448" y="3274665"/>
            <a:ext cx="33612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EF444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REJECTION PATH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91448" y="3566666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approval_status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35948" y="3566666"/>
            <a:ext cx="54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 Rejected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91448" y="3947368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35948" y="3947368"/>
            <a:ext cx="5927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 Cancelled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91448" y="4328071"/>
            <a:ext cx="1242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special_instructions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11255" y="4328071"/>
            <a:ext cx="806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reason appended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244815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Roles &amp; Permissions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353734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051" y="3535710"/>
            <a:ext cx="4859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Full access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5850" y="353734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38101" y="3535710"/>
            <a:ext cx="6047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Partial access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83432" y="353734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35684" y="3535710"/>
            <a:ext cx="4535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access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79034" y="1002804"/>
            <a:ext cx="276016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8084" y="1002804"/>
            <a:ext cx="0" cy="4762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9534" y="1117104"/>
            <a:ext cx="2465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System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69534" y="1250454"/>
            <a:ext cx="2465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Full admin — all DocTypes, all actions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9034" y="1580555"/>
            <a:ext cx="2760166" cy="590550"/>
          </a:xfrm>
          <a:prstGeom prst="roundRect">
            <a:avLst>
              <a:gd name="adj" fmla="val 1075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8084" y="1580555"/>
            <a:ext cx="0" cy="5905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9534" y="1694855"/>
            <a:ext cx="2465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9534" y="1828205"/>
            <a:ext cx="2465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Operations — approve, manage shipments, view rates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9034" y="2272605"/>
            <a:ext cx="276016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8084" y="2272605"/>
            <a:ext cx="0" cy="4762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9534" y="2386905"/>
            <a:ext cx="2465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 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9534" y="2520255"/>
            <a:ext cx="2465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Create/edit shipments only — no submit, no rates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9034" y="2850356"/>
            <a:ext cx="2760166" cy="476250"/>
          </a:xfrm>
          <a:prstGeom prst="roundRect">
            <a:avLst>
              <a:gd name="adj" fmla="val 13333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98084" y="2850356"/>
            <a:ext cx="0" cy="47625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9534" y="2964656"/>
            <a:ext cx="2465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Accounts Manager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9534" y="3098006"/>
            <a:ext cx="2465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Rate/zone management only — no shipments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35044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Common Change: Add a Field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 A — DESK (FAST)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69355"/>
            <a:ext cx="4140250" cy="1123652"/>
          </a:xfrm>
          <a:prstGeom prst="roundRect">
            <a:avLst>
              <a:gd name="adj" fmla="val 678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269355"/>
            <a:ext cx="0" cy="112365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396305"/>
            <a:ext cx="3873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CD3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Customize 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" y="1605855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Open any Courier Shipment 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5300" y="1770906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Menu → Customize Form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5300" y="1935956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Add field, set properties, Save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5300" y="2101007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Export: bench --site courier.cx export-fixtures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4800" y="2545259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 B — EDIT JSON DIRECTLY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4800" y="2811810"/>
            <a:ext cx="4140250" cy="958602"/>
          </a:xfrm>
          <a:prstGeom prst="roundRect">
            <a:avLst>
              <a:gd name="adj" fmla="val 794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2811810"/>
            <a:ext cx="0" cy="9586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300" y="2938760"/>
            <a:ext cx="3873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courier_shipment.json → fields array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300" y="3148310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Edit courier_shipment.json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5300" y="3313361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Add field object at correct position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300" y="3478411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bench --site courier.cx migrate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9895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FIELD OBJECT TEMPLATE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98950" y="1269355"/>
            <a:ext cx="4140250" cy="2895600"/>
          </a:xfrm>
          <a:prstGeom prst="roundRect">
            <a:avLst>
              <a:gd name="adj" fmla="val 219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18000" y="1269355"/>
            <a:ext cx="0" cy="28956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9450" y="1383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9450" y="1574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"fieldname"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89450" y="1764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"your_field"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89450" y="1955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"fieldtype"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89450" y="2145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89450" y="2336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9450" y="2526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Field"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9450" y="2717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"in_list_view"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9450" y="2907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0,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9450" y="3098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"reqd"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89450" y="3288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0,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9450" y="3479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"read_only"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9450" y="3669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9450" y="3860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98950" y="4266456"/>
            <a:ext cx="4140250" cy="457200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18000" y="4266456"/>
            <a:ext cx="0" cy="4572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9450" y="4380756"/>
            <a:ext cx="3873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Rule: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Python-only changes → </a:t>
            </a:r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restart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only. DocType JSON changes → always run </a:t>
            </a:r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migrate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JS changes → </a:t>
            </a:r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build + clear-cache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07b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4615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Common Change: Add an API Endpoint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PYTHON — ADD TO api/ MODULE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69355"/>
            <a:ext cx="4140250" cy="2158901"/>
          </a:xfrm>
          <a:prstGeom prst="roundRect">
            <a:avLst>
              <a:gd name="adj" fmla="val 294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269355"/>
            <a:ext cx="0" cy="21589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396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@frappe.whitelist()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login required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5300" y="1586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@frappe.whitelist(allow_guest=True)  # public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5300" y="1777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5300" y="1967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my_new_endpoint(param1, param2):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300" y="2158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frappe.session.user available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5300" y="2348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frappe.db.get_list(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5300" y="2539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5300" y="2729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filters={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param1})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5300" y="2920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5300" y="3110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4800" y="3529757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 URL PATTERN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4800" y="3796308"/>
            <a:ext cx="4140250" cy="618381"/>
          </a:xfrm>
          <a:prstGeom prst="roundRect">
            <a:avLst>
              <a:gd name="adj" fmla="val 10269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4800" y="3805833"/>
            <a:ext cx="414025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29658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 /api/method/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107359"/>
            <a:ext cx="391215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courier_app.api.shipment_api.my_new_endpoint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95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 FROM DESK JS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98950" y="1269355"/>
            <a:ext cx="4140250" cy="1968401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18000" y="1269355"/>
            <a:ext cx="0" cy="19684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9450" y="1396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frappe.call({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89450" y="1586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"courier_app.api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89450" y="1777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.shipment_api.my_new_endpoint"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9450" y="1967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args: {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9450" y="2158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param1: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9450" y="2348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param2: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9450" y="2539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89450" y="2729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callback: r =&gt; console.log(r.message)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9450" y="2920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98950" y="3339257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CALL VIA HTTP (curl / Postman)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98950" y="3605808"/>
            <a:ext cx="4140250" cy="1015901"/>
          </a:xfrm>
          <a:prstGeom prst="roundRect">
            <a:avLst>
              <a:gd name="adj" fmla="val 6251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718000" y="3605808"/>
            <a:ext cx="0" cy="10159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9450" y="3732758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/api/method/courier_app.api...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89450" y="3923258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89450" y="4113758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"param1"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89450" y="4304258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"param2"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07c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4179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Scheduled Task &amp; Portal Route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26604"/>
            <a:ext cx="42488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SCHEDULED TASK — hooks.py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1145530"/>
            <a:ext cx="4165550" cy="1962150"/>
          </a:xfrm>
          <a:prstGeom prst="roundRect">
            <a:avLst>
              <a:gd name="adj" fmla="val 323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145530"/>
            <a:ext cx="0" cy="19621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850" y="1221730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scheduler_events = {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9850" y="1402705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"daily"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850" y="1583680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"courier_app.tasks.daily_report"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9850" y="1764655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850" y="1945630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"cron"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9850" y="2126605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 9 * * 1-5"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9am Mon-Fri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9850" y="2307580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"courier_app.tasks.summary"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9850" y="2488555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9850" y="2669530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9850" y="2850505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4800" y="3171081"/>
            <a:ext cx="42488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TASK FUNCTION — tasks.py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4800" y="3390007"/>
            <a:ext cx="4165550" cy="1600200"/>
          </a:xfrm>
          <a:prstGeom prst="roundRect">
            <a:avLst>
              <a:gd name="adj" fmla="val 396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3850" y="3390007"/>
            <a:ext cx="0" cy="16002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850" y="3466207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9850" y="3647182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850" y="3828157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9850" y="4009132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daily_report():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9850" y="4190107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frappe.db.count(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9850" y="4371082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9850" y="4552057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9850" y="4733032"/>
            <a:ext cx="3951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frappe.logger().info(f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"Booked: {n}"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73501" y="926604"/>
            <a:ext cx="4249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PORTAL ROUTE — www/my-route.py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73501" y="1145530"/>
            <a:ext cx="4165699" cy="1962150"/>
          </a:xfrm>
          <a:prstGeom prst="roundRect">
            <a:avLst>
              <a:gd name="adj" fmla="val 323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92551" y="1145530"/>
            <a:ext cx="0" cy="196215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8551" y="1221730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38551" y="140270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38551" y="1583680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38551" y="17646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get_context(context):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38551" y="1945630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context.no_cache = 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38551" y="212660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frappe.session.user == 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8551" y="2307580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frappe.throw(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 required"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38551" y="24885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frappe.PermissionError)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38551" y="2669530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context.data = frappe.db.get_list(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38551" y="285050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73501" y="3171081"/>
            <a:ext cx="4249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TEMPLATE — www/my-route.html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73501" y="3390007"/>
            <a:ext cx="4165699" cy="1057275"/>
          </a:xfrm>
          <a:prstGeom prst="roundRect">
            <a:avLst>
              <a:gd name="adj" fmla="val 600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692551" y="3390007"/>
            <a:ext cx="0" cy="105727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8551" y="3466207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"templates/web.html"</a:t>
            </a:r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%}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38551" y="364718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page_content %}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38551" y="3828157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Route&lt;/h1&gt;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38551" y="400913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row in data %}...{% endfor %}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38551" y="4190107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673501" y="4510683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Accessible at: http://courier.cx/my-route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30685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Database Access Patterns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26604"/>
            <a:ext cx="42488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SINGLE RECORD — ORM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1120229"/>
            <a:ext cx="4165550" cy="945654"/>
          </a:xfrm>
          <a:prstGeom prst="roundRect">
            <a:avLst>
              <a:gd name="adj" fmla="val 671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120229"/>
            <a:ext cx="0" cy="94565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850" y="1196429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frappe.get_doc(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9850" y="1355080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850" y="1513731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"SHIP-2026-00001"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9850" y="1672382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doc.status =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"Booked"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850" y="1831032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doc.save(ignore_permissions=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4800" y="2116634"/>
            <a:ext cx="42488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LIST / FILTER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2310259"/>
            <a:ext cx="4165550" cy="1262955"/>
          </a:xfrm>
          <a:prstGeom prst="roundRect">
            <a:avLst>
              <a:gd name="adj" fmla="val 502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2310259"/>
            <a:ext cx="0" cy="126295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850" y="2386459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frappe.get_list(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9850" y="2545110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9850" y="2703761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filters={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850" y="2862411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"service_provider"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"FedEx"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9850" y="3021062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fields=[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"calculated_rate"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850" y="3179713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order_by=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"creation desc"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9850" y="3338364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limit=50)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4800" y="3623965"/>
            <a:ext cx="42488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SINGLE VALUE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4800" y="3817590"/>
            <a:ext cx="4165550" cy="787003"/>
          </a:xfrm>
          <a:prstGeom prst="roundRect">
            <a:avLst>
              <a:gd name="adj" fmla="val 8069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3850" y="3817590"/>
            <a:ext cx="0" cy="787003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850" y="3893790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= frappe.db.get_value(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9850" y="4052441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"Rate Zone"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9850" y="4211092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"zone_code"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9850" y="4369743"/>
            <a:ext cx="3951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"zone_label"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73501" y="926604"/>
            <a:ext cx="4249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 TABLE ACCESS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73501" y="1120229"/>
            <a:ext cx="4165699" cy="1897559"/>
          </a:xfrm>
          <a:prstGeom prst="roundRect">
            <a:avLst>
              <a:gd name="adj" fmla="val 3346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2551" y="1120229"/>
            <a:ext cx="0" cy="189755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8551" y="1196429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frappe.get_doc(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38551" y="13550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38551" y="151373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Iterate rows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38551" y="1672382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doc.packages: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38551" y="1831032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print(pkg.weight, pkg.rate)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8551" y="198968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row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38551" y="2148334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doc.append(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"packages"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38551" y="2306985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"weight"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2.5,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38551" y="246563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"weight_unit"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"kg"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38551" y="262428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38551" y="278293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doc.save()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73501" y="3068538"/>
            <a:ext cx="4249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BULK SQL (bypasses hooks)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73501" y="3262164"/>
            <a:ext cx="4165699" cy="1421606"/>
          </a:xfrm>
          <a:prstGeom prst="roundRect">
            <a:avLst>
              <a:gd name="adj" fmla="val 446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92551" y="3262164"/>
            <a:ext cx="0" cy="142160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8551" y="3338364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frappe.db.sql(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38551" y="3497014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`tabRate Slab`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38551" y="3655665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rate = rate * 1.1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38551" y="381431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parent IN (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38551" y="397296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`tabRate Zone`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38551" y="4131618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service_provider = %s)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38551" y="4290268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"FedEx"</a:t>
            </a:r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838551" y="4448919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frappe.db.commit()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8567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TEST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69355"/>
            <a:ext cx="4140250" cy="3301901"/>
          </a:xfrm>
          <a:prstGeom prst="roundRect">
            <a:avLst>
              <a:gd name="adj" fmla="val 1923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269355"/>
            <a:ext cx="0" cy="330190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396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5300" y="1586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frappe, unittest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5300" y="1777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5300" y="1967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TestCourierShipment(unittest.TestCase):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300" y="2158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test_tracking_number_generated(self):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5300" y="2348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frappe.get_doc({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5300" y="2539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"doctype"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5300" y="2729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"sender_name"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5300" y="2920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"service_provider"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"FedEx"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5300" y="3110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"packages"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"weight"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1.0,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5300" y="3301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"weight_unit"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"kg"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5300" y="3491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}).insert()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300" y="3682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doc.submit()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5300" y="3872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self.assertTrue(doc.tracking_number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5300" y="40633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.startswith(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5300" y="4253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self.assertEqual(len(doc.tracking_number), 14)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9895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98950" y="1269355"/>
            <a:ext cx="4140250" cy="1739205"/>
          </a:xfrm>
          <a:prstGeom prst="roundRect">
            <a:avLst>
              <a:gd name="adj" fmla="val 365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18000" y="1269355"/>
            <a:ext cx="0" cy="173920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9450" y="1396305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COMMANDS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89450" y="158680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run-tests \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9450" y="1802606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--app courier_app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9450" y="20184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run-tests \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9450" y="2234208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--module courier_app.courier_app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9450" y="2450009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.doctype.courier_shipment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89450" y="2665809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.test_courier_shipment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98950" y="3160812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EXISTING TEST FILES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98950" y="3427363"/>
            <a:ext cx="4140250" cy="917377"/>
          </a:xfrm>
          <a:prstGeom prst="roundRect">
            <a:avLst>
              <a:gd name="adj" fmla="val 692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18000" y="3427363"/>
            <a:ext cx="0" cy="917377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9450" y="3541663"/>
            <a:ext cx="38732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test_courier_shipment.py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Shipment tests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89450" y="3716238"/>
            <a:ext cx="38732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test_country_zone.py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Country zone tests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89450" y="3890814"/>
            <a:ext cx="38732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test_service_provider.py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Provider tests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89450" y="4065389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Location: doctype/&lt;name&gt;/test_&lt;name&gt;.py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29806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Fixtures &amp; Data Migration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EXPORT FIXTURES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69355"/>
            <a:ext cx="4140250" cy="1371600"/>
          </a:xfrm>
          <a:prstGeom prst="roundRect">
            <a:avLst>
              <a:gd name="adj" fmla="val 463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269355"/>
            <a:ext cx="0" cy="13716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383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Exports Service Provider, Rate Zone,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5300" y="1574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Country Zone records to JSON files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5300" y="1764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\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5300" y="1955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export-fixtures --app courier_app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300" y="2145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Files land in courier_app/fixtures/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5300" y="2336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Imported on install-app and migrate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4800" y="2742456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REGISTER FIXTURES — hooks.py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800" y="3009007"/>
            <a:ext cx="4140250" cy="1943100"/>
          </a:xfrm>
          <a:prstGeom prst="roundRect">
            <a:avLst>
              <a:gd name="adj" fmla="val 326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50" y="3009007"/>
            <a:ext cx="0" cy="19431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300" y="31233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 = [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5300" y="33138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 Provider"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5300" y="35043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"Rate Zone"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300" y="36948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"Country Zone"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5300" y="38853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Filtered fixture: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5300" y="40758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"dt"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"Rate Zone"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5300" y="42663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"filters"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[[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"service_provider"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5300" y="44568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"FedEx"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]]},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5300" y="46473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9895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DATA PATCH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98950" y="1269355"/>
            <a:ext cx="4140250" cy="2324100"/>
          </a:xfrm>
          <a:prstGeom prst="roundRect">
            <a:avLst>
              <a:gd name="adj" fmla="val 273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18000" y="1269355"/>
            <a:ext cx="0" cy="23241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9450" y="1383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B6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patches/v1_1/migrate_rate_slabs.py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9450" y="1574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9450" y="1764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9450" y="1955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89450" y="2145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execute():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9450" y="2336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frappe.db.sql(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9450" y="2526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`tabRate Slab`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9450" y="2717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is_per_kg_above_max = 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9450" y="2907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is_per_kg_above_max IS NULL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9450" y="30981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89450" y="3288655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frappe.db.commit()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98950" y="3694956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REGISTER IN patches.txt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98950" y="3961507"/>
            <a:ext cx="4140250" cy="419100"/>
          </a:xfrm>
          <a:prstGeom prst="roundRect">
            <a:avLst>
              <a:gd name="adj" fmla="val 1515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718000" y="3961507"/>
            <a:ext cx="0" cy="4191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9450" y="407580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courier_app.patches.v1_1.migrate_rate_slabs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98950" y="4482108"/>
            <a:ext cx="4140250" cy="482352"/>
          </a:xfrm>
          <a:prstGeom prst="roundRect">
            <a:avLst>
              <a:gd name="adj" fmla="val 13165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718000" y="4482108"/>
            <a:ext cx="0" cy="48235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9450" y="4583609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Run: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bench --site courier.cx migrate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89450" y="4748659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5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Patches run once only — tracked in the DB. Safe to add at any time.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341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3862" y="255389"/>
            <a:ext cx="26798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Frontend Development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26604"/>
            <a:ext cx="426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DESK FORM JS — public/js/courier_shipment.js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142405"/>
            <a:ext cx="4178350" cy="3115717"/>
          </a:xfrm>
          <a:prstGeom prst="roundRect">
            <a:avLst>
              <a:gd name="adj" fmla="val 203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142405"/>
            <a:ext cx="0" cy="311571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5805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frappe.ui.form.on(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363117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refresh(frm) {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20428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(frm.doc.status === 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"Booked"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77739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frm.add_custom_button(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835051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 Label"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992362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window.open(`/printview?...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149673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doctype=Courier Shipment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306985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&amp;name=${frm.doc.name}`);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64296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621607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778919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936230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sender_country(frm) {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093541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frm.set_value(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"sender_state"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250853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408164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validate(frm) {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565475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(!frm.doc.packages?.length)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722787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frappe.throw(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a package."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880098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037409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0850" y="926604"/>
            <a:ext cx="426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JS FILES — public/js/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0850" y="1142405"/>
            <a:ext cx="4178350" cy="418802"/>
          </a:xfrm>
          <a:prstGeom prst="roundRect">
            <a:avLst>
              <a:gd name="adj" fmla="val 121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2351" y="1294656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courier_shipment.js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87852" y="1294656"/>
            <a:ext cx="20947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Cascading country→state→city autocomplete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0850" y="1611957"/>
            <a:ext cx="4178350" cy="418802"/>
          </a:xfrm>
          <a:prstGeom prst="roundRect">
            <a:avLst>
              <a:gd name="adj" fmla="val 121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2351" y="1764209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desk_logo.js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87852" y="1764209"/>
            <a:ext cx="19280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Global desk branding (included via hooks)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0850" y="2081510"/>
            <a:ext cx="4178350" cy="418802"/>
          </a:xfrm>
          <a:prstGeom prst="roundRect">
            <a:avLst>
              <a:gd name="adj" fmla="val 121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62351" y="2233761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sales_order.js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87852" y="2233761"/>
            <a:ext cx="1363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Stub (avg_rate field removed)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0850" y="2551063"/>
            <a:ext cx="4178350" cy="418802"/>
          </a:xfrm>
          <a:prstGeom prst="roundRect">
            <a:avLst>
              <a:gd name="adj" fmla="val 121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62351" y="2703314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JS files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87852" y="2703314"/>
            <a:ext cx="1633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rates.js · track.js · shipment_form.js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0850" y="3058716"/>
            <a:ext cx="426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REBUILD AFTER JS CHANGES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0850" y="3274516"/>
            <a:ext cx="4178350" cy="441424"/>
          </a:xfrm>
          <a:prstGeom prst="roundRect">
            <a:avLst>
              <a:gd name="adj" fmla="val 14385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79900" y="3274516"/>
            <a:ext cx="0" cy="441424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3250" y="3337917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build --app courier_app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13250" y="3495229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clear-cache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60850" y="3766691"/>
            <a:ext cx="426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REGISTER IN hooks.py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60850" y="3982492"/>
            <a:ext cx="4178350" cy="913358"/>
          </a:xfrm>
          <a:prstGeom prst="roundRect">
            <a:avLst>
              <a:gd name="adj" fmla="val 695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679900" y="3982492"/>
            <a:ext cx="0" cy="91335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3250" y="4045893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doctype_js = {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13250" y="4203204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"Courier Shipment"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13250" y="4360515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"public/js/courier_shipment.js"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13250" y="4517827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13250" y="4675138"/>
            <a:ext cx="39898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app_include_js = 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"/assets/..."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12a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25709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Deployment Checklist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1002804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269355"/>
            <a:ext cx="4140250" cy="533400"/>
          </a:xfrm>
          <a:prstGeom prst="roundRect">
            <a:avLst>
              <a:gd name="adj" fmla="val 11905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8365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952" y="1456581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3501" y="1383655"/>
            <a:ext cx="239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Pull latest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3501" y="1555105"/>
            <a:ext cx="2390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~/bench15/apps/courier_app &amp;&amp; git pull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1904256"/>
            <a:ext cx="4140250" cy="533400"/>
          </a:xfrm>
          <a:prstGeom prst="roundRect">
            <a:avLst>
              <a:gd name="adj" fmla="val 11905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01855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4952" y="209148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3501" y="2018556"/>
            <a:ext cx="1807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migrations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3501" y="2190006"/>
            <a:ext cx="1807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migrate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800" y="2539157"/>
            <a:ext cx="4140250" cy="533400"/>
          </a:xfrm>
          <a:prstGeom prst="roundRect">
            <a:avLst>
              <a:gd name="adj" fmla="val 11905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26534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4952" y="272638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3501" y="2653457"/>
            <a:ext cx="1690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Rebuild assets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3501" y="2824907"/>
            <a:ext cx="1690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build --app courier_app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4800" y="3174057"/>
            <a:ext cx="4140250" cy="666750"/>
          </a:xfrm>
          <a:prstGeom prst="roundRect">
            <a:avLst>
              <a:gd name="adj" fmla="val 952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32883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4952" y="336128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3501" y="3288357"/>
            <a:ext cx="2040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Clear cache &amp; restart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3501" y="3459807"/>
            <a:ext cx="2040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clear-cache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3501" y="3593157"/>
            <a:ext cx="2040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restart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800" y="3942308"/>
            <a:ext cx="4140250" cy="666750"/>
          </a:xfrm>
          <a:prstGeom prst="roundRect">
            <a:avLst>
              <a:gd name="adj" fmla="val 952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405660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4952" y="412953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3501" y="4056608"/>
            <a:ext cx="2507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Verify via console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3501" y="4228058"/>
            <a:ext cx="2507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console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3501" y="4361408"/>
            <a:ext cx="2507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frappe.get_doc("Courier Shipment", ...)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98950" y="1002804"/>
            <a:ext cx="4140250" cy="3962995"/>
          </a:xfrm>
          <a:prstGeom prst="roundRect">
            <a:avLst>
              <a:gd name="adj" fmla="val 160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18000" y="1002804"/>
            <a:ext cx="0" cy="396299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9450" y="1129754"/>
            <a:ext cx="3873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TO RUN WHAT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9450" y="1447056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change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0902" y="1447056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restart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9450" y="1840557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 JSON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0902" y="1840557"/>
            <a:ext cx="656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migrate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89450" y="2234059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/ CSS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60902" y="2234059"/>
            <a:ext cx="11828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build + clear-cache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9450" y="2627561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hooks.py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0902" y="2627561"/>
            <a:ext cx="7567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migrate + restart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89450" y="3021062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fixture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60902" y="3021062"/>
            <a:ext cx="1260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export-fixtures then migrate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9450" y="3414564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added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60902" y="3414564"/>
            <a:ext cx="12085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migrate (runs once)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12b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19415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Common Pitfalls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96553"/>
            <a:ext cx="2505688" cy="10477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61357" y="996553"/>
            <a:ext cx="3099700" cy="10477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CAUSE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800279" y="996553"/>
            <a:ext cx="3099700" cy="10477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1285429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800" y="1285429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" y="1285429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401" y="1405979"/>
            <a:ext cx="7596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API returns 403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98713" y="128542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4976" y="1405979"/>
            <a:ext cx="18773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@frappe.whitelist() missing or wrong role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16650" y="1285429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821412" y="128542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7675" y="1405979"/>
            <a:ext cx="2485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decorator; check DocType permissions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1679079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4800" y="1679079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1679079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401" y="1799630"/>
            <a:ext cx="13902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DocType field missing in DB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98713" y="167907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4976" y="1799630"/>
            <a:ext cx="1484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JSON edited but migrate not run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16650" y="1679079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821412" y="167907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7675" y="1799630"/>
            <a:ext cx="1926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courier.cx migrate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4800" y="2072729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4800" y="2072729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3850" y="2072729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401" y="2193280"/>
            <a:ext cx="1259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JS changes not reflecting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98713" y="207272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4976" y="2193280"/>
            <a:ext cx="1323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Cache not cleared after build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16650" y="2072729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821412" y="2072729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7675" y="2193280"/>
            <a:ext cx="2733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build --app courier_app &amp;&amp; clear-cache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4800" y="2466380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04800" y="2466380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3850" y="2466380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401" y="2586930"/>
            <a:ext cx="696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returns 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98713" y="246638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04976" y="2586930"/>
            <a:ext cx="2134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Country Zone missing or zone_code mismatch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16650" y="2466380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821412" y="246638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7675" y="2529780"/>
            <a:ext cx="286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Country Zone; call get_live_rate() to debug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4800" y="2860030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04800" y="2860030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23850" y="2860030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401" y="2980581"/>
            <a:ext cx="1466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Approval fails: item not found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98713" y="286003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04976" y="2980581"/>
            <a:ext cx="19607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"Courier Service" Item missing in ERPNext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16650" y="2860030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821412" y="286003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7675" y="2923431"/>
            <a:ext cx="286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Item or pass item_code to approve_shipment()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04800" y="3253680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04800" y="3253680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323850" y="3253680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4401" y="3374231"/>
            <a:ext cx="1236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Fixture import duplicates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98713" y="325368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04976" y="3374231"/>
            <a:ext cx="1472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conflicts in fixture records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816650" y="3253680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821412" y="3253680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27675" y="3374231"/>
            <a:ext cx="28580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--force or add filter in hooks.py fixtures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04800" y="3647331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04800" y="3647331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323850" y="3647331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4401" y="3767882"/>
            <a:ext cx="1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 rows not saving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98713" y="3647331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04976" y="3767882"/>
            <a:ext cx="1686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Forgot doc.save() after doc.append()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816650" y="3647331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5821412" y="3647331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27675" y="3767882"/>
            <a:ext cx="2298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call doc.save() after append()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04800" y="4040981"/>
            <a:ext cx="8534400" cy="355550"/>
          </a:xfrm>
          <a:prstGeom prst="roundRect">
            <a:avLst>
              <a:gd name="adj" fmla="val 14288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304800" y="4040981"/>
            <a:ext cx="2489150" cy="355550"/>
          </a:xfrm>
          <a:prstGeom prst="rect">
            <a:avLst/>
          </a:prstGeom>
          <a:solidFill>
            <a:srgbClr val="1C1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323850" y="4040981"/>
            <a:ext cx="0" cy="3555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4401" y="4161532"/>
            <a:ext cx="1242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Portal 403 on guest route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98713" y="4040981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04976" y="4161532"/>
            <a:ext cx="18287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allow_guest=True missing from whitelist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816650" y="4040981"/>
            <a:ext cx="3022550" cy="355550"/>
          </a:xfrm>
          <a:prstGeom prst="rect">
            <a:avLst/>
          </a:prstGeom>
          <a:solidFill>
            <a:srgbClr val="0F1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5821412" y="4040981"/>
            <a:ext cx="0" cy="35555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27675" y="4161532"/>
            <a:ext cx="21746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@frappe.whitelist(allow_guest=True)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103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6053"/>
            <a:ext cx="91440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301" y="317302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12c 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7652" y="255389"/>
            <a:ext cx="218826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Extension Recipes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800" y="977503"/>
            <a:ext cx="4165550" cy="898475"/>
          </a:xfrm>
          <a:prstGeom prst="roundRect">
            <a:avLst>
              <a:gd name="adj" fmla="val 8481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3850" y="977503"/>
            <a:ext cx="0" cy="89847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300" y="1091803"/>
            <a:ext cx="3899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CD3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 Service 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5300" y="1275904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Edit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courier_shipment.json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→ service field options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5300" y="1437829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Add delivery days in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_set_estimated_delivery()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5300" y="1599754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migrate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4800" y="1977479"/>
            <a:ext cx="4165550" cy="1060400"/>
          </a:xfrm>
          <a:prstGeom prst="roundRect">
            <a:avLst>
              <a:gd name="adj" fmla="val 7186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1977479"/>
            <a:ext cx="0" cy="10604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300" y="2091779"/>
            <a:ext cx="3899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Dimensional Weight Pricing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300" y="2275880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Add length/width/height to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shipment_package.json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5300" y="2437805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In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shipping_rates.py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compute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dim_weight = (l*w*h)/5000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5300" y="2599730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Use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max(actual_weight, dim_weight)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for slab lookup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5300" y="2761655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Update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_compute_totals()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 pass dims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4800" y="3139380"/>
            <a:ext cx="4165550" cy="1012775"/>
          </a:xfrm>
          <a:prstGeom prst="roundRect">
            <a:avLst>
              <a:gd name="adj" fmla="val 752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3139380"/>
            <a:ext cx="0" cy="101277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" y="3253680"/>
            <a:ext cx="3899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6EFA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Email Notification on Approval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5300" y="3437781"/>
            <a:ext cx="38991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Create Email Template in Desk (Setup → Email Template)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5300" y="3590181"/>
            <a:ext cx="38991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In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approval_api.py:approve_shipment()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5300" y="3752106"/>
            <a:ext cx="3899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frappe.sendmail(recipients=[doc.sender_email], template="Shipment Confirmed", args={...})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73501" y="977503"/>
            <a:ext cx="4165699" cy="1184225"/>
          </a:xfrm>
          <a:prstGeom prst="roundRect">
            <a:avLst>
              <a:gd name="adj" fmla="val 6435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92551" y="977503"/>
            <a:ext cx="0" cy="1184225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001" y="1091803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4B5F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Webhook on Status Change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001" y="1275904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courier_shipment.py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4001" y="1437829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 on_update(self):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4001" y="1599754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self.has_value_changed("status"):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64001" y="1761679"/>
            <a:ext cx="38992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frappe.enqueue("courier_app.tasks.fire_webhook", shipment_id=self.name, queue="short")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73501" y="2263229"/>
            <a:ext cx="4165699" cy="1041350"/>
          </a:xfrm>
          <a:prstGeom prst="roundRect">
            <a:avLst>
              <a:gd name="adj" fmla="val 7317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2551" y="2263229"/>
            <a:ext cx="0" cy="104135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001" y="2377529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CD3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Print Format (Shipping Label)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4001" y="2561630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Desk → Print Format → New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64001" y="2714030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DocType = Courier Shipment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001" y="2866430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 with Jinja: </a:t>
            </a:r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{{ doc.tracking_number }}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001" y="3028355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{% for pkg in doc.packages %}...{% endfor %}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73501" y="3406080"/>
            <a:ext cx="4165699" cy="1012775"/>
          </a:xfrm>
          <a:prstGeom prst="roundRect">
            <a:avLst>
              <a:gd name="adj" fmla="val 7524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92551" y="3406080"/>
            <a:ext cx="0" cy="101277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001" y="3520380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6EFA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 DocType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001" y="3704481"/>
            <a:ext cx="38992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--site courier.cx new-doctype "My DocType" --module "Courier App"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64001" y="3990231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Configure fields + permissions in Desk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64001" y="4142631"/>
            <a:ext cx="3899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bench --site courier.cx export-fixtures --app courier_app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21206" y="1693962"/>
            <a:ext cx="290129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Ready to Build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046669" y="2313087"/>
            <a:ext cx="3050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Key files to know · Key commands to run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3901" y="2665512"/>
            <a:ext cx="1015901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752" y="2932212"/>
            <a:ext cx="1574750" cy="517327"/>
          </a:xfrm>
          <a:prstGeom prst="roundRect">
            <a:avLst>
              <a:gd name="adj" fmla="val 147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7752" y="2951262"/>
            <a:ext cx="15747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152" y="3071813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ENGINE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0152" y="3214688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shipping_rates.py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09452" y="2932212"/>
            <a:ext cx="2019598" cy="517327"/>
          </a:xfrm>
          <a:prstGeom prst="roundRect">
            <a:avLst>
              <a:gd name="adj" fmla="val 147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809452" y="2951262"/>
            <a:ext cx="2019598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1852" y="3071813"/>
            <a:ext cx="17490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CORE LOGIC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61852" y="3214688"/>
            <a:ext cx="17490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doctype/courier_shipment/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6000" y="2932212"/>
            <a:ext cx="1676698" cy="517327"/>
          </a:xfrm>
          <a:prstGeom prst="roundRect">
            <a:avLst>
              <a:gd name="adj" fmla="val 147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6000" y="2951262"/>
            <a:ext cx="167669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8400" y="3071813"/>
            <a:ext cx="13993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APIS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08400" y="3214688"/>
            <a:ext cx="1399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api/*.py (4 modules)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59648" y="2932212"/>
            <a:ext cx="1574750" cy="517327"/>
          </a:xfrm>
          <a:prstGeom prst="roundRect">
            <a:avLst>
              <a:gd name="adj" fmla="val 147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759648" y="2951262"/>
            <a:ext cx="15747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2048" y="3071813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 CONFIG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12048" y="3214688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61349" y="2932212"/>
            <a:ext cx="1574750" cy="517327"/>
          </a:xfrm>
          <a:prstGeom prst="roundRect">
            <a:avLst>
              <a:gd name="adj" fmla="val 14730"/>
            </a:avLst>
          </a:prstGeom>
          <a:solidFill>
            <a:srgbClr val="162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461349" y="2951262"/>
            <a:ext cx="15747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3749" y="3071813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PORTAL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613749" y="3214688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www/ (4 routes)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Courier App — Technical &amp; Developer Guide</dc:title>
  <dc:subject>Frappe/ERPNext courier app developer reference</dc:subject>
  <dc:creator>Safdar Ali</dc:creator>
  <cp:lastModifiedBy>Safdar Ali</cp:lastModifiedBy>
  <cp:revision>1</cp:revision>
  <dcterms:created xsi:type="dcterms:W3CDTF">2026-04-23T02:39:45Z</dcterms:created>
  <dcterms:modified xsi:type="dcterms:W3CDTF">2026-04-23T02:39:45Z</dcterms:modified>
</cp:coreProperties>
</file>